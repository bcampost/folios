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58ED9-C795-0D51-EDBF-3D95FAFC4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027CBA-D03A-3B84-75CB-2A0B8D36E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12FF2E-A743-3343-9FE3-5B6B871B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A22CED-7B7B-0CB3-B4C4-494EDACF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94E9F-3949-FB57-F119-2BF8739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547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CCB5B-AEFE-1198-C3EA-7C26E730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46035E-5876-60AD-EF37-38893F5D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C897BD-267A-183B-CDAA-E454BA4D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36E122-697E-0BF9-B559-A20A90A5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75C3A3-3EA2-3FFB-47C7-A5F149C8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694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8603-40DF-DC9E-AD61-7BDEEC4B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810ED2-8405-E081-D1B6-1128E1C30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275F0D-9681-9A45-E8E8-367BCB3F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46CE35-49F3-B72F-FB15-45E9E079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8C574-1F7D-EF78-9FB2-71D6BE96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45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611DF-8F7F-735F-F4AA-9D562552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F973D-47F0-059D-31F4-5D66F6548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B8868-BFC2-A009-0936-EE3C55578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2D53A1-35C3-62B3-454A-9A3AB5F1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6CEDB5-8D6F-3E20-81A1-E660ACAB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588535-A44E-BFF5-6ED0-FC661D04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29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72CE3-48F0-5287-F2F2-B05AB3EB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07CDEE-23E9-2A4F-DF1E-ACB7F5FE6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8503B3-9DDB-CBC2-7FCC-E5F116671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F394D9-388E-5475-670E-7C82F9E49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1289AC-EDDD-9652-D36D-020496BE5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2653D2-2102-95AC-6DCE-1990FDEF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49AAFF-1B77-8440-67F9-47391E6F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4F56DF-E4FB-1662-09BF-778328BE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816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CAE25-E71F-9F70-2E37-71DDEC03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E6B752-EBFF-24A6-DA90-C7B58FC5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441BBE-F0C4-7EC9-6AEC-208793D8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2FCCFA-C9EE-A18B-A09C-133E8B47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629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18D1E6-F4AE-2F00-3D97-5AFC84D9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3D7245-72A1-EBD4-88C1-5B232B8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A9BC33-4926-F543-BF10-6BCB1411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137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F4B46-A5AF-6802-3688-04037A89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10D742-2C70-3160-C27D-A57D08F6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341212-2382-18EB-B34D-191CB2B62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ECEC5B-4B00-53A0-695E-F0B5FFA3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219BF1-DB87-D55F-9234-83CEF887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5766D9-ADE9-EB0F-EB9C-A6524471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300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94678-813C-E8E8-1AB5-F16EE642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EFE21-7CBE-270B-522A-8EF8C2DCE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824472-7D7D-10D9-C83D-57BB65806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800B2F-5538-667B-C1BB-851FA844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F7BF2F-C679-7834-90F8-C89ACFB3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328E25-A303-0F29-2F1C-7A2F45AB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577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F9E5B-8B4F-810B-5004-A0696BE1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F1DE14-5C67-CFED-788D-D105EEA9D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A94C2-D714-97AE-99C5-262E3BCA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724A35-3141-79A5-A64F-7935B5B6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1A4D76-7247-B348-7ABE-D706D999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430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9560FE-47E6-8580-8915-9F88F9ECC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BA0C1C-EB05-F754-73F0-DB7B24C38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4B620-6807-5FB2-D9F0-3C9C928D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2CDE80-DA5F-2B5C-2855-ADB95365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E25DD8-729A-0D20-0BF0-2565CD86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34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322468-E927-611A-3EF0-E0BFE77FD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FBD88C-7D4D-5E0A-48AC-C64AEA6D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B07689-D0EF-951E-1C7E-A893C703C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AEBDB-F2CF-4C11-A748-DEB5B27373AD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4B21F2-0F63-8936-C78F-332FB4BF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8127CF-4ADA-7B7B-A016-6C1C62B0B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D87E4-CD71-4440-A606-DF3C97B38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24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812C14-6D6B-5BE8-098B-0568DCA2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1049" y="-117987"/>
            <a:ext cx="8386754" cy="66268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A29845-61D9-E473-D10A-DD051241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4" y="572118"/>
            <a:ext cx="5402576" cy="53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50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Trujillo</dc:creator>
  <cp:lastModifiedBy>Mayra Trujillo</cp:lastModifiedBy>
  <cp:revision>1</cp:revision>
  <dcterms:created xsi:type="dcterms:W3CDTF">2026-04-02T00:06:05Z</dcterms:created>
  <dcterms:modified xsi:type="dcterms:W3CDTF">2026-04-02T00:07:08Z</dcterms:modified>
</cp:coreProperties>
</file>