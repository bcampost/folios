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16:55:57.847"/>
    </inkml:context>
    <inkml:brush xml:id="br0">
      <inkml:brushProperty name="width" value="0.2" units="cm"/>
      <inkml:brushProperty name="height" value="0.4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0,'20866'0'0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16:56:29.396"/>
    </inkml:context>
    <inkml:brush xml:id="br0">
      <inkml:brushProperty name="width" value="0.2" units="cm"/>
      <inkml:brushProperty name="height" value="0.4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22 0 0,'0'6201'0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16:56:48.248"/>
    </inkml:context>
    <inkml:brush xml:id="br0">
      <inkml:brushProperty name="width" value="0.2" units="cm"/>
      <inkml:brushProperty name="height" value="0.4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2349 0,'847'-2348'0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01187E-89F9-031B-C422-D5246592F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C2CAEF-E930-64F2-F579-F083EDD7E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0228C8-7693-3158-D70E-D9628E405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85521-79C5-49CD-A79A-3A3027544D8F}" type="datetimeFigureOut">
              <a:rPr lang="es-MX" smtClean="0"/>
              <a:t>13/02/2026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97A2E2-5B48-0FC1-77AD-CAA0EF277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003C72-E4D4-1BC8-71A0-033D5CB32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ED594-B1C3-4DF6-A82B-B614C28748D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9921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D7C342-4425-F186-25FB-6AFB6ABAE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820EB7-AB3D-8B4F-F6BD-668BFE519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8D3B97-9727-277E-1018-B95DFC07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85521-79C5-49CD-A79A-3A3027544D8F}" type="datetimeFigureOut">
              <a:rPr lang="es-MX" smtClean="0"/>
              <a:t>13/02/2026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BC0C39-C980-AE4A-0B05-5F36A99AC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1F8F45-68D1-4AEC-DCF6-B2C728E2C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ED594-B1C3-4DF6-A82B-B614C28748D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02371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825CF6-97B4-1A23-BDFF-B93E39A02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B68954-C40E-9F92-809D-24B5A3784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225DAD-BAD7-560B-CD9D-6A27F41D0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85521-79C5-49CD-A79A-3A3027544D8F}" type="datetimeFigureOut">
              <a:rPr lang="es-MX" smtClean="0"/>
              <a:t>13/02/2026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90F7DC-C886-D929-7D6B-B04CCFE3E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87A041-4ED9-4365-766B-90B261003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ED594-B1C3-4DF6-A82B-B614C28748D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1573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8FE1EF-F0DB-80EF-F1D5-20A41DB33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7A8441-AB6A-CD85-128B-473E7EF672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47F7C19-1AD3-60A6-99B4-FA2370051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36C475A-D3A2-6585-4704-A9E5232C6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85521-79C5-49CD-A79A-3A3027544D8F}" type="datetimeFigureOut">
              <a:rPr lang="es-MX" smtClean="0"/>
              <a:t>13/02/2026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D6AC93-0500-CA86-A3C1-A4156043D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8904E60-183C-EE4C-5BF6-B384ED2EA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ED594-B1C3-4DF6-A82B-B614C28748D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6004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6A95A7-4B74-03C5-8375-A8D18160E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09EE362-B277-CFE0-35FA-FF52BEB28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0C0EB76-5A23-B7B7-B324-722CA0838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CF8D4A7-A31E-502F-61E4-1DC281C1B5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48E2906-86E0-1332-18ED-6B9C74ECCC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9EAE76F-94C6-2A5A-026F-D9F954BC3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85521-79C5-49CD-A79A-3A3027544D8F}" type="datetimeFigureOut">
              <a:rPr lang="es-MX" smtClean="0"/>
              <a:t>13/02/2026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CD9CDD4-DB5C-66CB-0E3F-ABB450F66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C1B4E43-875B-4EDB-2E4E-3A2CE5B18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ED594-B1C3-4DF6-A82B-B614C28748D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801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F66BF9-893A-4E41-B33C-510140FCE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D873BC2-13E9-0AB4-D433-BE87A8800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85521-79C5-49CD-A79A-3A3027544D8F}" type="datetimeFigureOut">
              <a:rPr lang="es-MX" smtClean="0"/>
              <a:t>13/02/2026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A0AF012-D9DC-0FA3-67A3-D547042D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124063D-6C70-D06E-BC3F-F5DAB8B96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ED594-B1C3-4DF6-A82B-B614C28748D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34961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C2B179B-4DD8-3BDB-FA3E-4EACCDDB4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85521-79C5-49CD-A79A-3A3027544D8F}" type="datetimeFigureOut">
              <a:rPr lang="es-MX" smtClean="0"/>
              <a:t>13/02/2026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20D4A39-66FC-19BB-56AB-B694BF1DE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4D8DE29-D0A8-0BA5-29EB-313537F0F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ED594-B1C3-4DF6-A82B-B614C28748D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01596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BA8CCE-8CB4-D385-9D6A-58EC96905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707158-64BD-4B1B-01FA-E5D87C6C4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424152C-4A08-7A05-AE8A-B4FA5B52DD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FC0079-D06E-D28F-845F-FCFBC04CE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85521-79C5-49CD-A79A-3A3027544D8F}" type="datetimeFigureOut">
              <a:rPr lang="es-MX" smtClean="0"/>
              <a:t>13/02/2026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3D8CB3-C2EC-FD57-329F-E52FD0C2A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43E0DB8-DE26-F5DD-218F-16A04E295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ED594-B1C3-4DF6-A82B-B614C28748D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3684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9A6BA0-89A4-ED0D-FEE1-E7E3E353F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50F758B-57B1-8A30-04C9-87C0C5AD30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9B78B49-0C9A-158D-E747-B6209D99B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189E96D-63A0-8BB7-A094-667C02ACB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85521-79C5-49CD-A79A-3A3027544D8F}" type="datetimeFigureOut">
              <a:rPr lang="es-MX" smtClean="0"/>
              <a:t>13/02/2026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92E153-6561-A7C0-81B0-18FF3482B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A9BFF6-565B-C9B5-5CE4-EEE9D2454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ED594-B1C3-4DF6-A82B-B614C28748D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68508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8DF5D2-627B-C063-E1C1-692A32C32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577A438-1B51-F352-7C7F-30990D5F4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76A164-3D2E-1DEA-BCC7-3A30CC20B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85521-79C5-49CD-A79A-3A3027544D8F}" type="datetimeFigureOut">
              <a:rPr lang="es-MX" smtClean="0"/>
              <a:t>13/02/2026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072DE2-8A28-B513-B759-F9AC5FDB2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438516-B3BF-62D4-909D-20C4CD595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ED594-B1C3-4DF6-A82B-B614C28748D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77126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07279B6-EBB1-EC29-7AE6-787B994DA4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2941A35-BDF0-DC72-20F2-F40415ED2F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354320-956F-8A82-D122-EC79AA7A6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85521-79C5-49CD-A79A-3A3027544D8F}" type="datetimeFigureOut">
              <a:rPr lang="es-MX" smtClean="0"/>
              <a:t>13/02/2026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A4A164-A06F-F71A-6B56-8A2C13A4D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1C8B49-7D39-572E-9AA7-42BD06CBC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ED594-B1C3-4DF6-A82B-B614C28748D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998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F60A51E-2975-7B18-A056-7142B11F2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A3C1038-353F-29FE-3403-335EEA6BA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7A0903-008E-22BE-0901-9D4CBA3D08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85521-79C5-49CD-A79A-3A3027544D8F}" type="datetimeFigureOut">
              <a:rPr lang="es-MX" smtClean="0"/>
              <a:t>13/02/2026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CC999B-99B7-4D9F-B203-A645B11DFC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D38AB4-3CB9-53E2-3576-2A992A8716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6ED594-B1C3-4DF6-A82B-B614C28748D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8490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Un grupo de libros en una mesa de madera&#10;&#10;El contenido generado por IA puede ser incorrecto.">
            <a:extLst>
              <a:ext uri="{FF2B5EF4-FFF2-40B4-BE49-F238E27FC236}">
                <a16:creationId xmlns:a16="http://schemas.microsoft.com/office/drawing/2014/main" id="{093C9A9A-1753-A021-B135-6B02EED69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092" y="978957"/>
            <a:ext cx="7552074" cy="490008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518F3680-02DA-BA4A-A86A-226839836F27}"/>
                  </a:ext>
                </a:extLst>
              </p14:cNvPr>
              <p14:cNvContentPartPr/>
              <p14:nvPr/>
            </p14:nvContentPartPr>
            <p14:xfrm>
              <a:off x="2723737" y="3401868"/>
              <a:ext cx="7512120" cy="72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518F3680-02DA-BA4A-A86A-226839836F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87737" y="3257868"/>
                <a:ext cx="758376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C6FC4368-40E5-6EEF-3DA7-55F60FC78F59}"/>
                  </a:ext>
                </a:extLst>
              </p14:cNvPr>
              <p14:cNvContentPartPr/>
              <p14:nvPr/>
            </p14:nvContentPartPr>
            <p14:xfrm>
              <a:off x="8357017" y="3460908"/>
              <a:ext cx="720" cy="2232720"/>
            </p14:xfrm>
          </p:contentPart>
        </mc:Choice>
        <mc:Fallback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C6FC4368-40E5-6EEF-3DA7-55F60FC78F5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85017" y="3388908"/>
                <a:ext cx="144000" cy="237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1" name="Entrada de lápiz 20">
                <a:extLst>
                  <a:ext uri="{FF2B5EF4-FFF2-40B4-BE49-F238E27FC236}">
                    <a16:creationId xmlns:a16="http://schemas.microsoft.com/office/drawing/2014/main" id="{AE8087F2-BE15-EDA5-D985-66EF6880E5B1}"/>
                  </a:ext>
                </a:extLst>
              </p14:cNvPr>
              <p14:cNvContentPartPr/>
              <p14:nvPr/>
            </p14:nvContentPartPr>
            <p14:xfrm>
              <a:off x="3952057" y="2408628"/>
              <a:ext cx="305280" cy="845640"/>
            </p14:xfrm>
          </p:contentPart>
        </mc:Choice>
        <mc:Fallback>
          <p:pic>
            <p:nvPicPr>
              <p:cNvPr id="21" name="Entrada de lápiz 20">
                <a:extLst>
                  <a:ext uri="{FF2B5EF4-FFF2-40B4-BE49-F238E27FC236}">
                    <a16:creationId xmlns:a16="http://schemas.microsoft.com/office/drawing/2014/main" id="{AE8087F2-BE15-EDA5-D985-66EF6880E5B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16417" y="2336988"/>
                <a:ext cx="376920" cy="98928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82A859D2-608B-9702-693E-370D0BBC926D}"/>
              </a:ext>
            </a:extLst>
          </p:cNvPr>
          <p:cNvSpPr txBox="1"/>
          <p:nvPr/>
        </p:nvSpPr>
        <p:spPr>
          <a:xfrm>
            <a:off x="3307684" y="2646782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40 cm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BD9B290-BCF8-746D-ABA6-822043D98A52}"/>
              </a:ext>
            </a:extLst>
          </p:cNvPr>
          <p:cNvSpPr txBox="1"/>
          <p:nvPr/>
        </p:nvSpPr>
        <p:spPr>
          <a:xfrm>
            <a:off x="8351830" y="4392602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75 cm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D962ABC-D18E-7125-DC27-2C31F5856504}"/>
              </a:ext>
            </a:extLst>
          </p:cNvPr>
          <p:cNvSpPr txBox="1"/>
          <p:nvPr/>
        </p:nvSpPr>
        <p:spPr>
          <a:xfrm>
            <a:off x="10241044" y="3217202"/>
            <a:ext cx="920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180 cm</a:t>
            </a:r>
          </a:p>
        </p:txBody>
      </p:sp>
    </p:spTree>
    <p:extLst>
      <p:ext uri="{BB962C8B-B14F-4D97-AF65-F5344CB8AC3E}">
        <p14:creationId xmlns:p14="http://schemas.microsoft.com/office/powerpoint/2010/main" val="875318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de la pantalla de un ordenador portátil sobre una mesa de madera&#10;&#10;El contenido generado por IA puede ser incorrecto.">
            <a:extLst>
              <a:ext uri="{FF2B5EF4-FFF2-40B4-BE49-F238E27FC236}">
                <a16:creationId xmlns:a16="http://schemas.microsoft.com/office/drawing/2014/main" id="{184F1121-1D5C-416B-746E-D7A8E4243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669" y="788441"/>
            <a:ext cx="4237087" cy="528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0006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</Words>
  <Application>Microsoft Office PowerPoint</Application>
  <PresentationFormat>Panorámica</PresentationFormat>
  <Paragraphs>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Mayra Trujillo</dc:creator>
  <cp:lastModifiedBy>Mayra Trujillo</cp:lastModifiedBy>
  <cp:revision>1</cp:revision>
  <dcterms:created xsi:type="dcterms:W3CDTF">2026-02-13T16:53:15Z</dcterms:created>
  <dcterms:modified xsi:type="dcterms:W3CDTF">2026-02-13T16:59:45Z</dcterms:modified>
</cp:coreProperties>
</file>