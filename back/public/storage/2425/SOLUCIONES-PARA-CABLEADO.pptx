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03B0F-C581-35C9-C752-74225F7A7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5C97FD-D98E-8D6A-677C-2906FE130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56AE6-B0F4-8631-175E-9A681085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A1442-C102-69DD-5AF9-2879DDC3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D569FC-FD0D-A9A1-C976-3CF1B667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968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DE8AB-F920-9A28-4A15-8589B55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E5F2EA-CDC8-00CF-0CEE-05266EB4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0474C1-9B59-1819-CA40-C81E98D1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45516B-0A1F-94B0-AADC-65C2A5BF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0DE84E-1BBC-2AFC-BAA3-4BBFD217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110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77C86-56B2-8442-863C-D6774198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EF8052-4951-1D46-3FE8-B713F5F5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5ADFDE-57F4-02AF-A33E-1EE888DE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79E19-AE05-500C-F2F3-BDCBCAD5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1D4F29-4282-F56F-A271-3DA4FC2C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99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458A5-3D51-B349-60A4-EFD19983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EE8A1-7DFE-5E8B-E0E7-3CC7E01D1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6CA40E-8AA2-598A-A496-D7E395F37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22C655-7BCD-9E05-08BE-793B1F92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8FBFDC-3BED-51FC-D685-DBC781F8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3A611E-850D-662E-52E6-E70789A6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03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24838-A7A9-924A-64C7-AB1C9DD5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14EEEA-42AA-26C7-5F84-4614798ED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78500C-6FF3-77AA-439A-64154BD78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69818C-9E4D-2D67-5547-A73721385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E86867-B222-AB2E-AC0A-72BE49BEB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7163BA-6177-6FCC-632F-813E4C8F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707A9FE-0973-B76F-6B12-3BF476C9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955242-749E-1491-EA07-2DC6D244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70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74CC3-AF28-0B4C-786F-7496C11D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9E22FF-9FE6-DD2A-BEE5-3CDFCAF2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CB6DF8-74BA-C541-B4D7-14752037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004F9F-1301-14AD-E886-E556F5DF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844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96C6FF-B9F5-2D30-565E-31B37B39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EAF085-441A-94AC-A2D0-31819A62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89CB29-136B-6578-95D1-FBBEF4F8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499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FC46D-E49F-B8C4-5DC4-E3022E58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069FA1-FC0D-F0B8-C58C-3B8B1B12C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5DC43C-79BF-7857-F7ED-D46CEBDBD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8D92C3-C05B-F0B7-7363-935E911B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715CAF-FD3E-D354-1679-230622F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C5F486-E510-8035-5545-133C4920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679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40D3C-5ACA-2018-3AE5-F4321788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88E74-7B67-E6D7-9C98-A29699674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D08305-055E-C47A-6BEA-1B7958EBC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698C64-4294-17FA-F0C4-CF9C35CC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A1C01-DBF8-7350-7A1C-A6326919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7F187-7C3D-1084-4B20-54632598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939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113AE-4436-4224-18E8-A8B017B7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45AC26-972C-B080-3EB6-DB300ADFA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D98C84-63A3-3610-C10C-A3811268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A6432-84A2-BE04-3153-65F2EAEB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B3B20-F05E-94C2-11C4-897E28AE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763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23DC1F-0937-0286-D7F5-FC50E6630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8157ED-7F4A-D943-C882-90169D064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F45C71-6E3C-FDE6-5B0E-5758344D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09F703-1B60-823A-A16F-35389517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991E7A-F04B-90F4-88A9-C73B68B3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871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3B0964A-57AB-52CC-6B3B-ABE09171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9B2CC-88E3-0D38-F23A-46F28F714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96DF2B-98FB-18FA-91B7-ECD97584A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531B3-F231-43DF-9EC7-F32C91613D7E}" type="datetimeFigureOut">
              <a:rPr lang="es-MX" smtClean="0"/>
              <a:t>08/05/2025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A690F-8D11-523B-D033-A8CF161AA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B8997-54A8-827D-46A9-BDAEE4AC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7E037-E7DB-4C08-98EC-B42902AD84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954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E6AC7B-F4B3-6289-48FC-4CF759BC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1" y="916075"/>
            <a:ext cx="3378823" cy="44664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BAEA9CD-96B9-2131-9251-84DB27D97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482" y="916075"/>
            <a:ext cx="3378823" cy="446649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5584D95-4382-4AAC-B2DD-3044510BF369}"/>
              </a:ext>
            </a:extLst>
          </p:cNvPr>
          <p:cNvSpPr/>
          <p:nvPr/>
        </p:nvSpPr>
        <p:spPr>
          <a:xfrm>
            <a:off x="5986872" y="1205802"/>
            <a:ext cx="693337" cy="3587262"/>
          </a:xfrm>
          <a:prstGeom prst="rect">
            <a:avLst/>
          </a:prstGeom>
          <a:solidFill>
            <a:srgbClr val="FFFF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BB60436-33BD-FC96-39D3-566B7486B50A}"/>
              </a:ext>
            </a:extLst>
          </p:cNvPr>
          <p:cNvSpPr txBox="1"/>
          <p:nvPr/>
        </p:nvSpPr>
        <p:spPr>
          <a:xfrm>
            <a:off x="8308483" y="1814578"/>
            <a:ext cx="3378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parte se requiere tipo un </a:t>
            </a:r>
            <a:r>
              <a:rPr lang="es-MX" dirty="0" err="1"/>
              <a:t>totem</a:t>
            </a:r>
            <a:r>
              <a:rPr lang="es-MX" dirty="0"/>
              <a:t> metálico del mismo color para cubrir esa área que midieron mal y quedo fuera.</a:t>
            </a:r>
          </a:p>
          <a:p>
            <a:endParaRPr lang="es-MX" dirty="0"/>
          </a:p>
          <a:p>
            <a:r>
              <a:rPr lang="es-MX" dirty="0"/>
              <a:t>Las medidas son de 12x15x54cm</a:t>
            </a:r>
          </a:p>
        </p:txBody>
      </p:sp>
    </p:spTree>
    <p:extLst>
      <p:ext uri="{BB962C8B-B14F-4D97-AF65-F5344CB8AC3E}">
        <p14:creationId xmlns:p14="http://schemas.microsoft.com/office/powerpoint/2010/main" val="2929806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B0AB-BB25-BC3A-2934-ABD97804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32BF75-1962-45C2-EE1D-2B549C16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14" y="321315"/>
            <a:ext cx="5446136" cy="29717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C81FEA3-BA25-7AEA-47CE-3B36D85AA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14" y="3429000"/>
            <a:ext cx="5446136" cy="297178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3B58EB7-6640-4067-F36B-FA677F657996}"/>
              </a:ext>
            </a:extLst>
          </p:cNvPr>
          <p:cNvSpPr/>
          <p:nvPr/>
        </p:nvSpPr>
        <p:spPr>
          <a:xfrm rot="16200000">
            <a:off x="3101911" y="3937990"/>
            <a:ext cx="570611" cy="1622322"/>
          </a:xfrm>
          <a:prstGeom prst="rect">
            <a:avLst/>
          </a:prstGeom>
          <a:solidFill>
            <a:srgbClr val="FFFF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E5332F-D15E-FD91-31B5-DCC62758CE83}"/>
              </a:ext>
            </a:extLst>
          </p:cNvPr>
          <p:cNvSpPr txBox="1"/>
          <p:nvPr/>
        </p:nvSpPr>
        <p:spPr>
          <a:xfrm>
            <a:off x="7354754" y="514547"/>
            <a:ext cx="3378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parte por la parte interna que tiene como otro bloque cuadrado con 2 troqueles internos requieren que esa pieza tenga 3 troqueles porque quieren poner, corriente, corriente regulada y voz y datos, por lo que los 2 troqueles que tienen no les funciona.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8B1A298-9002-F1FE-77C5-4CFB23B1398E}"/>
              </a:ext>
            </a:extLst>
          </p:cNvPr>
          <p:cNvCxnSpPr>
            <a:cxnSpLocks/>
          </p:cNvCxnSpPr>
          <p:nvPr/>
        </p:nvCxnSpPr>
        <p:spPr>
          <a:xfrm>
            <a:off x="4444181" y="1671484"/>
            <a:ext cx="28021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C96978-5996-264D-DE4A-F0217DD22D7D}"/>
              </a:ext>
            </a:extLst>
          </p:cNvPr>
          <p:cNvSpPr txBox="1"/>
          <p:nvPr/>
        </p:nvSpPr>
        <p:spPr>
          <a:xfrm>
            <a:off x="7423580" y="4463845"/>
            <a:ext cx="3378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 justo adentro de esa zona donde se encuentra el espacio o la placa que hay que modificar a 3 troqueles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9E4963D-7E89-088B-F24D-E25542E26E30}"/>
              </a:ext>
            </a:extLst>
          </p:cNvPr>
          <p:cNvCxnSpPr>
            <a:cxnSpLocks/>
          </p:cNvCxnSpPr>
          <p:nvPr/>
        </p:nvCxnSpPr>
        <p:spPr>
          <a:xfrm>
            <a:off x="4067834" y="4749151"/>
            <a:ext cx="3178540" cy="285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45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6D82-B95B-07DE-9522-1E695E69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680CCF-5BBF-A7F2-D321-2716684B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49" y="1024932"/>
            <a:ext cx="3634066" cy="498407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6048E53-8A66-410A-32A9-8EF491DFD8A1}"/>
              </a:ext>
            </a:extLst>
          </p:cNvPr>
          <p:cNvSpPr/>
          <p:nvPr/>
        </p:nvSpPr>
        <p:spPr>
          <a:xfrm>
            <a:off x="1110072" y="1848465"/>
            <a:ext cx="693337" cy="936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D1C8E9-C858-8803-AE71-374C1F3B6601}"/>
              </a:ext>
            </a:extLst>
          </p:cNvPr>
          <p:cNvSpPr/>
          <p:nvPr/>
        </p:nvSpPr>
        <p:spPr>
          <a:xfrm>
            <a:off x="1110072" y="1170039"/>
            <a:ext cx="693337" cy="4227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34495-9807-A6B9-7227-289BF0522B3A}"/>
              </a:ext>
            </a:extLst>
          </p:cNvPr>
          <p:cNvSpPr txBox="1"/>
          <p:nvPr/>
        </p:nvSpPr>
        <p:spPr>
          <a:xfrm>
            <a:off x="5968181" y="1248697"/>
            <a:ext cx="54274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área en requiero que vaya una </a:t>
            </a:r>
            <a:r>
              <a:rPr lang="es-MX" dirty="0" err="1"/>
              <a:t>canatleta</a:t>
            </a:r>
            <a:r>
              <a:rPr lang="es-MX" dirty="0"/>
              <a:t> compacta parecida a la de Vasari con 3 troqueles u orificios para corriente, corriente regulada y voz y datos, tiene de profundidad 48 tocando el </a:t>
            </a:r>
            <a:r>
              <a:rPr lang="es-MX" dirty="0" err="1"/>
              <a:t>faldon</a:t>
            </a:r>
            <a:r>
              <a:rPr lang="es-MX" dirty="0"/>
              <a:t>, probablemente que baje con un </a:t>
            </a:r>
            <a:r>
              <a:rPr lang="es-MX" dirty="0" err="1"/>
              <a:t>totem</a:t>
            </a:r>
            <a:r>
              <a:rPr lang="es-MX" dirty="0"/>
              <a:t> de la misma medida de 11x15x?</a:t>
            </a:r>
          </a:p>
          <a:p>
            <a:endParaRPr lang="es-MX" dirty="0"/>
          </a:p>
          <a:p>
            <a:r>
              <a:rPr lang="es-MX" dirty="0"/>
              <a:t>Y en la parte de arriba me gustaría que tuviera de forma vertical a la cubierta un </a:t>
            </a:r>
            <a:r>
              <a:rPr lang="es-MX" dirty="0" err="1"/>
              <a:t>miniport</a:t>
            </a:r>
            <a:r>
              <a:rPr lang="es-MX" dirty="0"/>
              <a:t> metálico para la salida de cables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0133A35-5E9D-5999-D9B7-1A222712EE08}"/>
              </a:ext>
            </a:extLst>
          </p:cNvPr>
          <p:cNvCxnSpPr>
            <a:stCxn id="4" idx="3"/>
          </p:cNvCxnSpPr>
          <p:nvPr/>
        </p:nvCxnSpPr>
        <p:spPr>
          <a:xfrm flipV="1">
            <a:off x="1803409" y="1848465"/>
            <a:ext cx="4046785" cy="468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CDD6486-FFD0-B67F-94C8-58FB048CCEA2}"/>
              </a:ext>
            </a:extLst>
          </p:cNvPr>
          <p:cNvCxnSpPr>
            <a:cxnSpLocks/>
          </p:cNvCxnSpPr>
          <p:nvPr/>
        </p:nvCxnSpPr>
        <p:spPr>
          <a:xfrm>
            <a:off x="1563329" y="1380077"/>
            <a:ext cx="4286865" cy="2048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5FEF1C-F322-5F57-2B38-D0232FA2B23C}"/>
              </a:ext>
            </a:extLst>
          </p:cNvPr>
          <p:cNvSpPr/>
          <p:nvPr/>
        </p:nvSpPr>
        <p:spPr>
          <a:xfrm>
            <a:off x="1213797" y="2785241"/>
            <a:ext cx="485885" cy="269268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7904F35-2914-4693-2409-92855434603B}"/>
              </a:ext>
            </a:extLst>
          </p:cNvPr>
          <p:cNvCxnSpPr>
            <a:cxnSpLocks/>
          </p:cNvCxnSpPr>
          <p:nvPr/>
        </p:nvCxnSpPr>
        <p:spPr>
          <a:xfrm flipV="1">
            <a:off x="1456739" y="2704974"/>
            <a:ext cx="7874074" cy="78284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50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0C14-19E7-2004-8E20-1F41FF02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E6C38E-D03D-75EF-C26C-18BCF55A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3" y="699704"/>
            <a:ext cx="3105583" cy="54585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064A04-C2B8-1E4D-4A1F-9766C222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979" y="699705"/>
            <a:ext cx="3105583" cy="54585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4B454A7-D947-4120-8AC3-440F36E46BFA}"/>
              </a:ext>
            </a:extLst>
          </p:cNvPr>
          <p:cNvSpPr/>
          <p:nvPr/>
        </p:nvSpPr>
        <p:spPr>
          <a:xfrm>
            <a:off x="4639852" y="1717079"/>
            <a:ext cx="693337" cy="3587262"/>
          </a:xfrm>
          <a:prstGeom prst="rect">
            <a:avLst/>
          </a:prstGeom>
          <a:solidFill>
            <a:srgbClr val="FFFF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96AD76-63C8-F956-9E80-250D518D899E}"/>
              </a:ext>
            </a:extLst>
          </p:cNvPr>
          <p:cNvSpPr txBox="1"/>
          <p:nvPr/>
        </p:nvSpPr>
        <p:spPr>
          <a:xfrm>
            <a:off x="7875863" y="2099714"/>
            <a:ext cx="3378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parte se requiere tipo un </a:t>
            </a:r>
            <a:r>
              <a:rPr lang="es-MX" dirty="0" err="1"/>
              <a:t>totem</a:t>
            </a:r>
            <a:r>
              <a:rPr lang="es-MX" dirty="0"/>
              <a:t> metálico en gris para cubrir esa área de cableado. Es una mesa alta SKU 509</a:t>
            </a:r>
          </a:p>
          <a:p>
            <a:endParaRPr lang="es-MX" dirty="0"/>
          </a:p>
          <a:p>
            <a:r>
              <a:rPr lang="es-MX" dirty="0"/>
              <a:t>Las medidas son de 12x15x54cm</a:t>
            </a:r>
          </a:p>
        </p:txBody>
      </p:sp>
    </p:spTree>
    <p:extLst>
      <p:ext uri="{BB962C8B-B14F-4D97-AF65-F5344CB8AC3E}">
        <p14:creationId xmlns:p14="http://schemas.microsoft.com/office/powerpoint/2010/main" val="110934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202</Words>
  <Application>Microsoft Office PowerPoint</Application>
  <PresentationFormat>Panorámica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Duran</dc:creator>
  <cp:lastModifiedBy>Elizabeth Duran</cp:lastModifiedBy>
  <cp:revision>1</cp:revision>
  <dcterms:created xsi:type="dcterms:W3CDTF">2025-05-08T22:09:30Z</dcterms:created>
  <dcterms:modified xsi:type="dcterms:W3CDTF">2025-05-09T16:26:06Z</dcterms:modified>
</cp:coreProperties>
</file>