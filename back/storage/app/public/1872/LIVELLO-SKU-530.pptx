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A613B-96FF-555A-424C-36FA55EF7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333F74-F7C7-B288-942D-961BCFA49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6263A6-536C-3201-314F-F74A2C096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3ECAD1-1EDB-1EE9-A082-8FFEB86D5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44A42B-DDA7-3C3F-B54A-29FB52904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1328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5FE06-3FD3-2678-42B3-6643DA1F9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5C94AB-468F-A583-1003-7C7076476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FA4213-AD21-747D-80E2-D8FF05F5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C70119-BFEE-181C-C9C0-09F19938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00593A-2DE8-6E94-E623-EE904C2EA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4166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8AFE66-23D3-BC72-49B7-E688AFD3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75133E-6C1D-962A-0A59-13ED5D270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C4B995-027A-D3D6-D785-4C032A908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8994B4-6E4C-6AAF-E94C-02B180EDC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CF2D0-BFF5-24ED-9FE3-DAAA8F5A5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5104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75541-1A28-1C8B-9F12-90A62D68D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8EF325-9E66-5371-AEBE-FACA0A91C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43DA9A-EBED-A349-DD5D-39E700EB2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052C9A-2D83-1995-0F1A-131D99651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882B78-9E28-3D67-2FD9-0BCDDEFBE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6B6901-BC4B-6E11-96D5-BFF614B53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933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CDFAB-B533-121D-DE47-36828EBBF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3E260B-1DF5-EE8C-C4B5-9FC63117C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DB6E77-C31F-67F4-2E3D-032100F32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CBED27D-7D98-C6DB-F3C2-8A34C1975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C33F9EA-251B-DD8B-3AB6-2ABC30898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86C02EF-B825-4E59-71AC-A32DBB998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F9038C-F710-BB95-9EB1-7B6866396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748B810-68FD-67DE-1620-25E424E8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4894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75C63-196D-9DEB-A8AE-D5B2E31E7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836526-8F9D-FDD5-F62C-F0A4544F2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446EB9-5662-73AA-8DB9-17C7FA8A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3DDCE6-B2ED-494D-1770-87404207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1009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8567359-C89C-E384-01B8-DFD6349A2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DD043A-986E-7EA2-B169-0EEA389C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B9CF1D-DDFA-2C8D-7F44-AFA3F538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383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4F023-E6A6-B33D-2BCC-AA2C9061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FCA6C9-914F-825A-E370-328F955AC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5AF6FB-A056-BA45-0759-5CE3CA77F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91B2E7-3E66-C763-60C1-F22F2872F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04847C-245E-13BC-C14F-078E49177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5731EB-5F8B-D90C-57D5-63CD351E4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3166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DA487-E793-9281-439F-0DCB6244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EA95011-7E4C-90E1-50DB-1BFFB9287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123AA7-191D-F857-B25C-4786958DC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AB8A26-5DC4-95ED-2589-A579D6FFA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ED2F74-ADC8-8127-1C57-AB2A0FCE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2A22B8-AD81-BF5B-BEDF-705F828B4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892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5DB76-EAD2-3602-EBE0-89684FF90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64D4F3-FA4E-ABA2-00E4-842CF1810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C7594A-C26B-DD0B-DE6C-2E1FB8D6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B6735A-4399-8256-6D0A-F36DCED4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BED901-D4FE-F3F2-DF33-777D85E19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6508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B9E5E5-740E-F61F-E4C7-7E3B03B4BA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8FCDB0-044D-ECDC-6743-2301CD5FF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D70743-36E6-F55F-EE42-D8EB60415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A96E42-D176-8D2C-FA97-52B7CD7B6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720AF1-19BC-7C56-8C6F-DD9F2E1D4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558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F74F89-B0F1-2277-4E87-6684880E5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3110FE-3672-8623-D15C-8397BBD89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4B4A3A-BA31-B292-8B83-C353BDC16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10CF2D-56A0-0D38-8E63-4DD7459D77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D667EB-8CAF-884A-23A7-68545AE29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185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3D2F364-1D69-AEF9-1445-E4CB794D4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8" y="435960"/>
            <a:ext cx="9960031" cy="598608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5D1BC69-7CCD-92A0-4498-FF3281218B59}"/>
              </a:ext>
            </a:extLst>
          </p:cNvPr>
          <p:cNvSpPr/>
          <p:nvPr/>
        </p:nvSpPr>
        <p:spPr>
          <a:xfrm>
            <a:off x="8424473" y="3263099"/>
            <a:ext cx="1169232" cy="4217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624A051-48A3-9276-06B9-8FAEE3F3A7FF}"/>
              </a:ext>
            </a:extLst>
          </p:cNvPr>
          <p:cNvSpPr txBox="1"/>
          <p:nvPr/>
        </p:nvSpPr>
        <p:spPr>
          <a:xfrm>
            <a:off x="9498767" y="3684840"/>
            <a:ext cx="2073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DEBE ABRIR LA TAPA HACIA LA DERECHA</a:t>
            </a:r>
          </a:p>
        </p:txBody>
      </p:sp>
    </p:spTree>
    <p:extLst>
      <p:ext uri="{BB962C8B-B14F-4D97-AF65-F5344CB8AC3E}">
        <p14:creationId xmlns:p14="http://schemas.microsoft.com/office/powerpoint/2010/main" val="2234047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6456</TotalTime>
  <Words>7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 Reyes Salas</dc:creator>
  <cp:lastModifiedBy>Cesar Reyes Salas</cp:lastModifiedBy>
  <cp:revision>1</cp:revision>
  <dcterms:created xsi:type="dcterms:W3CDTF">2025-03-20T13:02:50Z</dcterms:created>
  <dcterms:modified xsi:type="dcterms:W3CDTF">2025-03-25T00:39:03Z</dcterms:modified>
</cp:coreProperties>
</file>