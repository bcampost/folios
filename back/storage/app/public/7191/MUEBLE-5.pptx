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0198D-59F6-8C00-55AF-97FA94441B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FCBD32-8844-3E01-2719-EC61E4866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E78148-234D-93B7-D620-82AD2339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8A06-4DED-4D19-ADBE-89D4A0BCFD0F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B67CD7-9111-A1C4-0ABE-A42DF2D74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D8A88B-BE7C-5FD9-3DF5-03CEA62B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C848-A9AB-4654-9748-03D713B727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088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FFCC6-211D-2110-58E4-E43A90D14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2E356E-73F9-582C-4342-6D37E8408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45427F-CE5A-705F-E6A9-8F3C78AB3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8A06-4DED-4D19-ADBE-89D4A0BCFD0F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DB4059-8DC7-B838-538C-480689F9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E8CBC1-29B2-97DB-0480-76846107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C848-A9AB-4654-9748-03D713B727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654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9A09E-9D16-A528-84E7-5A259EA53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D55E62-62B9-F7C0-E195-2C93F79E6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77FF1E-3941-B70F-32D9-D194CA066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8A06-4DED-4D19-ADBE-89D4A0BCFD0F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1B9F3F-5990-7BA7-8C29-16D91532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0C3AB7-EA86-BE58-19A3-E891ABDB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C848-A9AB-4654-9748-03D713B727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88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54C1B4-5D59-00DB-A5BC-8A926C5C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E3A2CC-B5AB-B9A2-F559-113B89BF5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638BF0-44B7-C72D-49FF-F25AE736D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E0D439-F235-A317-8AB0-513E87B1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8A06-4DED-4D19-ADBE-89D4A0BCFD0F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08DA41-A947-AEC3-055D-FAB301BE4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3BC536-7014-3BC1-B063-4FFE4E5A3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C848-A9AB-4654-9748-03D713B727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3640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6529A-A527-B847-7BF0-1FE5814A7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73F738-8952-1F13-72E6-B4B104085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152DD6-B7AB-7471-4C8D-2272EFA7A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E0CD0E6-518B-B2B5-9D92-0A62EB39D3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8ED917F-9D5C-B0F6-9092-75BA96ADC4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C29178E-3C1A-33CE-7396-CAFF61604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8A06-4DED-4D19-ADBE-89D4A0BCFD0F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7320CF3-147F-A57D-29DC-E572D4A7E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4F9399D-D751-D7A0-6661-2F0138B5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C848-A9AB-4654-9748-03D713B727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9064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F030F-B874-E082-B648-886EDA6D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252BE35-A6B1-9B78-8AF2-054DA30FF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8A06-4DED-4D19-ADBE-89D4A0BCFD0F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8E687D-67AE-8193-7403-CDF21A0C5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540F13-4936-E35F-D35E-F2F095A55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C848-A9AB-4654-9748-03D713B727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099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BE21732-6D79-16E4-8754-B443273F1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8A06-4DED-4D19-ADBE-89D4A0BCFD0F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576D23E-9496-D171-A19F-AA2A454FE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5AAC0E-BB22-6EE5-20A0-79055B2BB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C848-A9AB-4654-9748-03D713B727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355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DA73E-FAFA-9BA5-5BB3-174577618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A5DE34-B406-8E1E-C40F-51B9AF514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5CD445A-6ADC-EFC8-3FBA-6B0651C6C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F4403F-0D13-21DE-1ADD-1DBB4985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8A06-4DED-4D19-ADBE-89D4A0BCFD0F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3DD951-ED2E-924A-6B9D-38780EAD7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3661BE-517E-DB6E-0DCF-4D1FB628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C848-A9AB-4654-9748-03D713B727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2031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0361D-1C45-BB23-CAC1-A696E417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69F62FA-E01B-41B5-57B4-DE9015FE3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FF038F-79EC-34F8-0FD5-A76007AC9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BDC16A-4BAE-5023-178B-B48C8CD44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8A06-4DED-4D19-ADBE-89D4A0BCFD0F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5021D7-82AF-3AEE-1FFA-177CC0F02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E13153-60A3-36DA-7EAA-D424B0F16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C848-A9AB-4654-9748-03D713B727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476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380E6-DD28-E51C-1703-C6A75BEAF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312476-1AEA-F7B9-CB59-6D9B3FA40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FB18EC-D032-A2A3-F96B-EE2CE702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8A06-4DED-4D19-ADBE-89D4A0BCFD0F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07C2D9-5B95-4E4E-C93D-E49CF9505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5F439E-369D-86D6-1CAC-52CDAE842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C848-A9AB-4654-9748-03D713B727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8683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86D02C-39CB-DD09-FA1D-DE0794E40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5118A2-4329-C353-4CD8-517DF2EF2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0312C7-E7FC-A27A-2E82-DFF68E399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8A06-4DED-4D19-ADBE-89D4A0BCFD0F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E5A2A9-DA68-247C-A1EF-A2E00712B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59E6A5-5457-A536-EAB4-BD2400008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C848-A9AB-4654-9748-03D713B727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8660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A0EDDA1-1F48-DEAC-10D8-C34141FA4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8D8EA9-9594-8ABE-28EE-F2C051545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CBB9B6-D054-EAFE-E0CD-E9DB753DB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F8A06-4DED-4D19-ADBE-89D4A0BCFD0F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551E73-D2CB-9DD8-1D4F-6AC77DA69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3A8E6D-375D-0539-233F-8592E3B72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5CC848-A9AB-4654-9748-03D713B727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267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D07D5812-AB99-CE51-0F19-5C4575311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648" y="434080"/>
            <a:ext cx="5128704" cy="598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1080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Mayra Trujillo</dc:creator>
  <cp:lastModifiedBy>Mayra Trujillo</cp:lastModifiedBy>
  <cp:revision>1</cp:revision>
  <dcterms:created xsi:type="dcterms:W3CDTF">2026-04-02T00:07:44Z</dcterms:created>
  <dcterms:modified xsi:type="dcterms:W3CDTF">2026-04-02T00:24:12Z</dcterms:modified>
</cp:coreProperties>
</file>