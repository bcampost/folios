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2688E-8779-BC30-4DE9-6D80789EE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90C749-FA38-78EB-0D37-C8AF738AA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0B4FFE-BAA1-B09B-9899-2D8D662C3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44C52D-94B4-7FBE-A540-F0C626A3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67DF33-A32F-5E42-5773-B505DC29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884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89C8F-B59B-625A-94ED-232D0903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8408FA-DB2C-E844-9E6C-FE0D50FA4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2D6A78-1FB6-14CB-9685-238E83E0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76BAB6-3284-39CA-FC83-18C9DC75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96F177-A90A-D4D6-3C1D-E133FA02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2984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14E39-C018-D82C-7E0B-CF149D67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B71E9-598D-D83B-3A5C-D60A603D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0B1BAB-DD55-FDAE-631A-49DFAC39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29BF8C-CC7E-C7AB-7626-6976E438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17EA3D-A936-25C3-9091-234D3AEE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949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FEA69-268E-5CAF-F785-229CFEF6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1707BC-8EBA-37E9-8B2A-7530D2529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9253DA-022B-D308-DBDA-2B61F8399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A78780-36B6-076F-89C2-B48C4ECE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7F3A30-8A75-DE09-8038-4B22F209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24F6BB-5FBC-F83C-250D-C5F22813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1934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57971-9CEA-ABFE-59A2-60CFC0E2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2C28B9-7219-9F62-ED85-4A5901CB5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530D5B-F661-F634-69EB-500B43EB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32AA4FE-3709-8793-9593-3A962CB7D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F3E152-A101-1CDE-2B9B-E1381D94F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447526-7F2F-C191-AA01-89B75DAD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169B4D-B614-A7E9-157E-A3FA1595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C4DEB94-E57F-BC7B-13A2-73E570BC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990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513D6-1CB3-0621-AC11-8ED611A7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A32535-7558-2A52-1B94-5B8D0C94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D4A821-6821-9C8E-256D-103AEDB13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3CAED2-C9D2-3F97-AA72-B33263B9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3310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C77E62-A51B-B1C0-3E75-20E8FD25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4F91C1-054F-F04C-6196-1BA7DE02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E5A48D-4182-2F0A-44E7-35E3A0AC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3442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0BAB1-5219-9481-A184-6D51E8DEE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EB61C1-D814-B8B8-1EC2-8A95ADBCB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1FB33F-2044-A609-FB91-79A175701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A551A0-E994-A0A2-5160-9F808C31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5C8B58-C2BA-9775-19FA-630D0C38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58202E-18DF-1EC3-0939-61B94E87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362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F3799-166C-471F-347C-7F2E9FE0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E9AA82-0F41-E3AF-9736-11A46A046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0222F2-A452-34EB-17F3-8F56A6D6E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BB8C25-F26C-C552-07D7-800974F7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1E193E-AFDF-7B2F-CBC6-BC8514A02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DDB0D1-0CE8-ECB3-3FF2-78AFF0CD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05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FB292-1FEA-5F59-EF94-AF90C58C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3FC646-DE18-9B21-C6B5-28E23DF7A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73A1AA-5710-ACF9-F930-15D07AB0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EE6F8D-5630-244F-F1F6-8D1EFF87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2A2516-C392-7DC1-E0DD-504D6DF8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2066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A59D8-8F47-4AB8-9454-F5DCA3A0A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BEE968-5791-BF40-B05F-27CCC3A4B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16F9CE-1864-BE04-E82D-9C53C297F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B2D115-8CC4-8043-7A93-99F1F8C2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F43B95-6408-CFA2-57A7-20C62388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437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22022A-2737-6E4D-8B24-769E2426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61B0BA-6C7A-6FFC-F117-AECF35F5C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2AFACF-981A-EA62-5E00-23B5CD514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E7962-17FB-4B2C-A4AA-9FFDC6B9E39D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B5F2FA-3C27-4508-8772-03EC4C512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94DA4-3BD1-9110-6ADA-F2C5605B5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320EE-DCFF-4098-829A-F95944CABC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828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4324B21-C6AD-0333-7B82-98AA8DDF7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59" y="792251"/>
            <a:ext cx="5082980" cy="5273497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9FFCEAA-C009-4904-03B2-CCE1FEF4869B}"/>
              </a:ext>
            </a:extLst>
          </p:cNvPr>
          <p:cNvCxnSpPr/>
          <p:nvPr/>
        </p:nvCxnSpPr>
        <p:spPr>
          <a:xfrm>
            <a:off x="5181600" y="2357283"/>
            <a:ext cx="1184639" cy="10717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9ADAFE6-C94C-1999-2EF7-B2F04416120D}"/>
              </a:ext>
            </a:extLst>
          </p:cNvPr>
          <p:cNvCxnSpPr>
            <a:cxnSpLocks/>
          </p:cNvCxnSpPr>
          <p:nvPr/>
        </p:nvCxnSpPr>
        <p:spPr>
          <a:xfrm flipH="1">
            <a:off x="3706761" y="3050457"/>
            <a:ext cx="16272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17896EA-41E7-3396-AD24-FE9A3CB7691A}"/>
              </a:ext>
            </a:extLst>
          </p:cNvPr>
          <p:cNvSpPr txBox="1"/>
          <p:nvPr/>
        </p:nvSpPr>
        <p:spPr>
          <a:xfrm>
            <a:off x="6479458" y="3215148"/>
            <a:ext cx="22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150 CM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918DFB9-8DB0-04DD-ED21-D76EB2FC619B}"/>
              </a:ext>
            </a:extLst>
          </p:cNvPr>
          <p:cNvSpPr txBox="1"/>
          <p:nvPr/>
        </p:nvSpPr>
        <p:spPr>
          <a:xfrm>
            <a:off x="3541996" y="2671916"/>
            <a:ext cx="22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120 CM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27FC5F-35A6-B915-4783-32C704C8F93E}"/>
              </a:ext>
            </a:extLst>
          </p:cNvPr>
          <p:cNvSpPr txBox="1"/>
          <p:nvPr/>
        </p:nvSpPr>
        <p:spPr>
          <a:xfrm>
            <a:off x="7487264" y="2071751"/>
            <a:ext cx="32790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Credenza</a:t>
            </a:r>
            <a:r>
              <a:rPr lang="es-MX" dirty="0"/>
              <a:t> en L con puertas abatibles, medida del mueble 150*120, la esquina servirá para poner impresora, alto de 75 CM</a:t>
            </a:r>
          </a:p>
          <a:p>
            <a:r>
              <a:rPr lang="es-MX" dirty="0"/>
              <a:t>Al abrir la puerta debe tener un entrepaño cada puerta</a:t>
            </a:r>
          </a:p>
          <a:p>
            <a:r>
              <a:rPr lang="es-MX" dirty="0"/>
              <a:t>Modelo bicolor puertas </a:t>
            </a:r>
            <a:r>
              <a:rPr lang="es-MX" dirty="0" err="1"/>
              <a:t>silver</a:t>
            </a:r>
            <a:r>
              <a:rPr lang="es-MX" dirty="0"/>
              <a:t> cuerpo </a:t>
            </a:r>
            <a:r>
              <a:rPr lang="es-MX" dirty="0" err="1"/>
              <a:t>oxford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149464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Mayra Trujillo</dc:creator>
  <cp:lastModifiedBy>Mayra Trujillo</cp:lastModifiedBy>
  <cp:revision>1</cp:revision>
  <dcterms:created xsi:type="dcterms:W3CDTF">2026-03-24T00:46:31Z</dcterms:created>
  <dcterms:modified xsi:type="dcterms:W3CDTF">2026-03-24T00:53:28Z</dcterms:modified>
</cp:coreProperties>
</file>